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1DA98-3280-9587-BC73-28FDDC466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9F20D9-22D0-11C0-FA48-092195522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AC1D2D-434D-877D-69BB-E629300D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6C79FA-7BB8-FA1F-4784-90F6BC2B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2F0F2-207C-379E-2D94-8556A06B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81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CFAC7-EE78-6569-E0D4-C98FEFB3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0319FD-1257-82FB-D1AE-40E25DCD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1A0243-3CFC-5FFE-9561-4C0AD689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F4948D-EB22-BEB8-0204-2AA99CF4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07D97-6088-D18B-B656-3895E24B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443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1FECB-B8EE-1BA0-5C9B-4969E012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BC074C-8581-245F-43B7-4F5C9FC9D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9CF03E-5BAB-6A62-E912-0D21845C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66FA1A-D0E0-309C-146C-2C599189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2178F7-BCC7-F8B5-4767-FEB6B183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19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5BF26-A101-BFD5-38B8-B9B8A74F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4207AB-5DF5-7F64-7AC9-636233D15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A8C614-0071-8A6C-85CC-23082C62E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F46BD5-2368-E979-5232-EC82FD1A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E9220-D4EA-EED1-A81C-D42A04CB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0ECA42-0E7F-EF66-D580-8D76E7E9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469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B4CD8-EEC6-0651-A9C9-5E9836E6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17FE1D-70ED-D7DC-D345-9C38B9455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36D674-26F3-76B6-9343-24A393F99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CC768E-45E0-CB88-FFB0-31D43B7FA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CE444E-868E-C257-290D-8E3258E42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FBB5BE-A0C2-0533-D01A-0DEAF1B2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CB74E3-5F3A-62EC-1709-CD4CD1F9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9101E6-6521-9B54-ECC7-30E0E350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45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11017-D2C8-B53D-1CDD-2D18D768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D562790-1B90-1BD0-17C6-36C3F95E1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F983A8-D07A-A42E-F4DF-DAEC0B85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2B098B-7221-7EC2-05B6-20C841A5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77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3470C8-DBBA-5BAC-926B-1076F734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12C20A-1DBC-210D-3BFF-4EE302AD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D50008-8A32-1DA2-420F-D57CA095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61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34FB3-EF94-E528-960A-0A4B1F52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5E09A-1A2E-0F53-CE1C-4151225F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2E680D-CDCD-1560-9176-3250808AB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9F0C70-D610-6D2D-18F0-2802723E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8B6959-6C59-C077-EE9E-CA62386B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A972E0-6D1B-50F1-7C36-39EEB0D7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28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D5BDC-2D57-096E-8EDA-3DC4DA0C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14B496-4068-6661-F91C-DA3002999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6D0DC5-7261-26D4-A009-0DB2F874A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73821D-9179-A7AA-8051-D5AE6289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42614C-8F8B-7E72-85E4-BD3BE803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B8553-D181-30C4-5BDB-2766177A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21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5169F-EA45-1E03-40E8-D43185C1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0F475E-BF57-A62E-9629-56942A58F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7FA42-EEBD-85B3-5F6B-9CAC76CA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0C53A7-D2BC-D122-AA98-2CE9A204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D8C93C-1414-9090-903D-993F5D5E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32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8E8B67-004F-385C-0543-7DE569203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766757-7726-A2E9-A0C0-1E62AA987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56D0FE-921B-0A42-64A5-DAA5BA54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8AD02E-9CF5-7D70-F5D3-DCD3B382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88306D-18D8-BA86-40B1-202B8B05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9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9D234-BA60-8D63-BF39-7D62744B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646576-49AC-2E7D-4274-0D370F180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C7C71D-2B58-D89D-1FD8-60B67AEA3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3BFA-BC59-47CF-820F-8FEDB121844D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ACDD6C-7FEC-D1DD-5576-BAD06B075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1DE35F-D91D-0C7E-123A-67F329F7A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F8204-2CB6-45AF-A673-45DD39993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5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4AD96-7CD8-3451-F432-BC36BDEF3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Модели ИИ для разработчика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62EC9A-DA9D-CD20-9AED-4B4FBAD7C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068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12EAFC-31A1-6FCA-8D41-AEB047FBF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4085"/>
            <a:ext cx="10515600" cy="147369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99FB8A-CF01-67AF-35E6-9B54DF744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155"/>
            <a:ext cx="10515600" cy="524480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Модель ИИ для разработчика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это программная система, основанная на технологиях машинного обучения, обученная на огромных массивах данных, связанных с процессом разработки программного обеспечения. Её основная функция - понимание, генерация, анализ и преобразование кода программы.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Ключевые компоненты определения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1435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Архитектурная основа</a:t>
            </a:r>
          </a:p>
          <a:p>
            <a:pPr marL="51435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Специализация данных</a:t>
            </a:r>
          </a:p>
          <a:p>
            <a:pPr marL="51435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Функциональное назначение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56957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9ACC0-FD9F-045F-AD58-D8E385C1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0841"/>
            <a:ext cx="10515600" cy="1556083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Архитектурная основа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7053C5-E3B1-4F99-845A-DF8EB44AF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6484"/>
            <a:ext cx="10515600" cy="5518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1. Ядро: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Большинство современных моделей - это 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Language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LLMs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 или 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кодоспецифичные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вариации архитектуры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2. Обучение</a:t>
            </a:r>
          </a:p>
          <a:p>
            <a:pPr lvl="1"/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Pre-training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Обучение на триллионах токенов открытого кода (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GitLab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Overflow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документации) и текста. Модель учится статистическим закономерностям языков программирования и естественного языка</a:t>
            </a:r>
          </a:p>
          <a:p>
            <a:pPr lvl="1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Fine-</a:t>
            </a:r>
            <a:r>
              <a:rPr lang="ru-RU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tuning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/ Инструктивное обучение: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Дополнительное обучение на размеченных данных, где модель учат следовать инструкциям, выполнять конкретные задачи (например, "напиши функцию", "исправь баг", "объясни код").</a:t>
            </a: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2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C8910-28BD-B9DF-927D-F2906A35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0631"/>
            <a:ext cx="10515600" cy="1363578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Специализация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91CA97-C21E-AC71-1403-424AA4D54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0442"/>
            <a:ext cx="10515600" cy="5246521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Модель обучается не просто на тексте, а на специфических структурах: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Синтаксис и грамматика десятков языков программирования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(Python, JavaScript, Java, C++, Go,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Rust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т.д.).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Паттерны кода: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Идиомы, лучшие практики, шаблоны проектирования, структуры проектов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Связь "код-комментарий-документация"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 Понимание, как описание на естественном языке соотносится с исполняемым кодом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Последовательности изменений (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commits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Анализ того, как код эволюционирует и исправляется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36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38904F-7F9C-27CE-BDE4-E6141E3C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93557"/>
            <a:ext cx="10515600" cy="2284246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Функциональное назначение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0BFBD-F9F0-945F-6696-15B878D2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821"/>
            <a:ext cx="10515600" cy="53420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Модель выступает как универсальный процессор задач разработки, способный: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Генерировать: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Писать код, тесты, документацию, запросы, конфиги по описанию на естественном языке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Анализировать: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Объяснять существующий код, находить уязвимости, предлагать оптимизации, оценивать сложность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Трансформировать: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Рефакторить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переводить код между языками, модернизировать (например, обновлять синтаксис версии)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Отлаживать: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Предлагать исправления ошибок по описанию, логам или трассировке стека.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Планировать: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Разбивать высокоуровневую задачу на конкретные шаги и подзадачи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520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D1AAD-8333-AA8F-D1AF-138094EB8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4588"/>
            <a:ext cx="10515600" cy="1401930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Llama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CAD706-E277-8181-FE40-0C2DB7259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это специализированная версия языковой модели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 , дообученная для работы с кодом. Она предназначена для генерации, завершения и отладки кода, а также для работы с естественными языковыми подсказками, связанными с программированием. Модель доступна для бесплатного использования в коммерческих и исследовательских целях</a:t>
            </a:r>
          </a:p>
        </p:txBody>
      </p:sp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95A6E298-74A3-0BD4-10EB-2E88E18B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189" y="3773153"/>
            <a:ext cx="4924925" cy="277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61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18499-C155-1A60-5911-7AC15D74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73767"/>
            <a:ext cx="10515600" cy="2197767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Llama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B016B-5D26-D85C-6718-1F5069589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770021"/>
            <a:ext cx="11646568" cy="6464967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1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. Открытый исходный код и бесплатность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Модель доступна для скачивания и использования без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лицензионныхплатежей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Можно модифицировать,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дообучать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2. Возможность локального запуска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Данные не уходят на внешние серверы </a:t>
            </a:r>
          </a:p>
          <a:p>
            <a:pPr lvl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Работа без интернета</a:t>
            </a:r>
          </a:p>
          <a:p>
            <a:pPr lvl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Полный контроль над инфраструктурой: можно развернуть на сервере компании или личном ПК.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Поддержка множества языков программирования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Обучена на кодовых базах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 включая Python, JavaScript, Java, C++C#, 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Rust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и др.</a:t>
            </a: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4. Возможность интеграции в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Visual Studio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IntelliJ IDEA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154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6F181-1C38-1FDA-DAD1-DA6CC374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0843"/>
            <a:ext cx="10515600" cy="1652337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Основные характеристики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FB5BE6-9DA5-3046-6540-54FE840F7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0863"/>
            <a:ext cx="10515600" cy="5262563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Ядро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Decoder-only transformer 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у GPT)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Объем данных для обучения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500 млрд токенов кода      (4 млрд строк кода)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GitHub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публичные репозитории (фильтрованные по лицензиям)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Stack Overflow (Q&amp;A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пары)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Специализированные датасеты кода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HumanEval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MBPP),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дополнительные 100 млрд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токенов чистого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кода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Поддержка обработки на ядрах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CUDA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видеокарты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NVIDIA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ускорение до 30 раз в сравнении с обработкой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Контекстное окно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Может за раз проанализировать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128 000 токенов (10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400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строк кода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Python)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Качество написания кода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73.5%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тесте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Human Evil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(85.4%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GPT-4)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02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A06B0-9C20-2A2F-8898-4571B151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0"/>
            <a:ext cx="10134599" cy="128336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Системные требования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Llama 7B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5E39DC-5841-A50B-6A44-4CED360DE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3368"/>
            <a:ext cx="5181600" cy="55746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Минимальные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Процессор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4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ядра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(Intel i5 8th gen / AMD Ryzen 5 2600)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Объем оперативной памяти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8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Гб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Свободное место на диске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Гб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Объем видеопамяти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4 ГБ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NVIDIA GTX 1650, GTX 1060 6GB)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Скорость обработки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2-5 токенов / сек на CPU, 10-15 на GPU</a:t>
            </a:r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CC9EC32-D686-07DC-1554-F9656F071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83368"/>
            <a:ext cx="5181600" cy="55746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Рекомендуемые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Процессор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яд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ер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(Intel i5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 / AMD Ryzen 5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7600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Объем оперативной памяти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Гб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Свободное место на диске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Гб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Объем видеопамяти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16 ГБ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NVIDIA RTX 4060 Ti)</a:t>
            </a:r>
          </a:p>
          <a:p>
            <a:pPr marL="0" indent="0" latinLnBrk="1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Скорость обработки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12-15 	   токенов / сек на CPU,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110-130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на GPU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262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87B09-8CE8-B246-D613-5496A01D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99411"/>
          </a:xfrm>
        </p:spPr>
        <p:txBody>
          <a:bodyPr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Разворачивание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Llama 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0FD029-6D2D-8E8A-BD1E-8015E2D03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642" y="1299411"/>
            <a:ext cx="11566358" cy="555858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Скачать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zip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архив с портала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Перенести его на диске на боевую машину и разархивировать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Запустить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start_gui.bat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latinLnBrk="1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Открыть браузер</a:t>
            </a:r>
          </a:p>
          <a:p>
            <a:pPr marL="514350" indent="-514350" latinLnBrk="1"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Перейти на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http://localhost:8080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latinLnBrk="1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В Visual Studio: Tools → External Tools → Add</a:t>
            </a:r>
          </a:p>
          <a:p>
            <a:pPr marL="457200" lvl="1" indent="0" latinLnBrk="1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Arguments: -X POST http://localhost:8080/completion -H "Content-Type: application/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-d "{\"prompt\":\"$(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)\", \"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n_predict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\":200}"</a:t>
            </a:r>
          </a:p>
          <a:p>
            <a:pPr marL="0" indent="0" latinLnBrk="1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Теперь мы можем взаимодействовать с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Llama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помощи инструмента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 Window Visual Studio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14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CE9B8-D030-DB48-5F2A-636507225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6274"/>
            <a:ext cx="10515600" cy="2486527"/>
          </a:xfrm>
        </p:spPr>
        <p:txBody>
          <a:bodyPr/>
          <a:lstStyle/>
          <a:p>
            <a:pPr algn="ctr"/>
            <a:r>
              <a:rPr lang="ru-RU" dirty="0"/>
              <a:t>Основные возможности </a:t>
            </a:r>
            <a:r>
              <a:rPr lang="en-US" dirty="0"/>
              <a:t>Llama GUI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9356C2-18C5-FD9D-1426-023C98E5B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726" y="641684"/>
            <a:ext cx="10696074" cy="672164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Чат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📝 Многострочный ввод с подсветкой синтаксиса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📚 История диалогов (сохранение/загрузка)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🔍 Поиск по истории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📎 Прикрепление файлов с кодом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🏷️ Тегирование и организация диалогов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📤 Экспорт чатов (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Markdown, PDF, TXT)</a:t>
            </a: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2. Режимы работы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💬 Чат-режим (обсуждение кода)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✍️  Режим генерации кода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🔍 Режим анализа кода</a:t>
            </a:r>
          </a:p>
          <a:p>
            <a:pPr lvl="1" latinLnBrk="1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🔄 Режим рефакторинга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648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967A4366-908A-6D13-B8CD-819340761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4212" y="1187116"/>
            <a:ext cx="10090484" cy="2759243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sz="86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863857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860</Words>
  <Application>Microsoft Office PowerPoint</Application>
  <PresentationFormat>Широкоэкранный</PresentationFormat>
  <Paragraphs>95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Тема Office</vt:lpstr>
      <vt:lpstr>Модели ИИ для разработчика</vt:lpstr>
      <vt:lpstr>Определение</vt:lpstr>
      <vt:lpstr>Архитектурная основа</vt:lpstr>
      <vt:lpstr>Специализация данных</vt:lpstr>
      <vt:lpstr>Функциональное назначение</vt:lpstr>
      <vt:lpstr>Code Llama </vt:lpstr>
      <vt:lpstr>Преимущества Code Llama </vt:lpstr>
      <vt:lpstr>Основные характеристики Code Llama</vt:lpstr>
      <vt:lpstr>Системные требования Code Llama 7B </vt:lpstr>
      <vt:lpstr>Разворачивание Code Llama  </vt:lpstr>
      <vt:lpstr>Основные возможности Llama GUI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 Коновалов</dc:creator>
  <cp:lastModifiedBy>Макс Коновалов</cp:lastModifiedBy>
  <cp:revision>4</cp:revision>
  <dcterms:created xsi:type="dcterms:W3CDTF">2026-01-18T12:17:36Z</dcterms:created>
  <dcterms:modified xsi:type="dcterms:W3CDTF">2026-01-18T21:58:11Z</dcterms:modified>
</cp:coreProperties>
</file>